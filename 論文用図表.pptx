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CAAC0A-B7B5-D6BE-CD64-44BDD2968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13EEFE-6902-78DA-F79F-CEA3C0747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81BA6B-0F34-CB20-D6F3-3C35D0C6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5785C0-B0F0-8A84-5BA7-5D1EC569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82E238-5BBA-923E-1CDF-A14DAE16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574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791C84-C89B-5844-2BBE-AB43C42A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4804C5-CB69-FE41-8642-75B030CC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43CB0B-AF13-3089-BAA1-3D83738C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480C1F-7649-999A-7B54-08630AFE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91E799-AED3-D0E6-9A47-2374B07F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7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9237AE-7685-D870-7344-3AC2674F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98CB30-3A95-4345-ACBA-33B0A5BF7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9F9EE7-D526-251F-98CD-103C6660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5650F2-CF4C-BA2C-4D6A-1CD30713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DA5ADC-8B3E-9332-CEFA-B9DE78EB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22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52E186-35D8-58DC-EDB3-5FF7EA58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F65A7B-36A7-ECE6-A384-D2CD10C7B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ECDBAC-BC7A-872E-3A3E-C11A29B1C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B52DB0-5AEB-C347-6972-437C3A0EC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C84565-80DF-990E-18DB-8E4803D8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143D28-B006-15FC-519B-618FF41C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43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937A73-9203-FC52-CBB8-467124599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AAE758-899C-3760-AB63-F6B221ABC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DF3ACC-E0A0-924C-A88D-3BB41132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2850AA-7DEE-480A-1233-9FB7ED417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352A8D-3F4C-3D05-00E1-0057073E5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03BF37-7B84-8832-9803-49007DEE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AA285C6-D21C-6DE8-C62A-7BA56659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E461D1-2E41-BE46-2B97-CD8517E7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63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E64541-C5F4-F1C5-2D83-C8249B1C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341A43-F5CF-DB6A-66F1-27A8E2DF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32077CA-BBD6-E23C-85E4-E42A07478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122723-88F8-352E-C2FB-7B2D1FBC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9EBF71-D510-FBEA-07D0-5F5479AF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71B8AD5-2F57-DBE9-B36F-35C15E54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E45B3A-5FED-47CE-83AF-85D076EE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00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7F015-A008-AFD2-48B6-5ACAED1B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6BBD0D-5726-00D4-87E3-81D8CA94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2A834C-9C87-23E2-C6EC-F75FDA4BC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38BCD8-ABDF-65CE-ACBD-08EBD1AE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AD694B-37F6-4D4B-008C-D58530E8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6A628F-A33F-F882-C634-7B40CE9E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52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682F08-1F23-126E-2709-B0B0489C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483920-61F1-8735-3E0A-9BEDB9203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85E58E-65EC-BDB2-2E89-E44BC5195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0774DA-B17D-148E-CFB8-2C044C70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EA8642-8C97-1ED9-8847-8040C660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6DF7BB-881B-1CD0-DAC3-84944B89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063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9D2B7-C912-DD23-2039-1ADC0584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A78FBB-77D6-E2B4-4529-1C5634E83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5BC0BC-CC77-33F2-963B-DEAF1915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D7701-A568-89D2-5E63-E60F1777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5E5DDC-D3AD-4E47-09DC-6BF881A8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4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AD3B1C-0613-BE2E-DDB2-D270E7D71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D42220-65E2-2EDC-945E-17E4E68E9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32725C-F72F-8A86-A4AF-0BA6BEB5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8FABEC-6480-115E-DA7C-3A7639BC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B68107-F592-9772-C94E-15822D3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53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A53D6F-6B8B-83EA-7143-B2F5AEF1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A4109D-C1B1-7FA5-1775-F7709E97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91974E-4789-738D-74FD-BF270C116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4E75C-F2FA-426D-840D-859C507D59C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B377BC-45BC-472C-88F2-1E1CA5998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51C874-0995-1DAA-82BE-FFD21598C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CA95B-F7F1-4777-9F59-FF519E5C6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02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BF48E71-FEC3-DE26-1E7D-5B8B22BCE10B}"/>
              </a:ext>
            </a:extLst>
          </p:cNvPr>
          <p:cNvSpPr/>
          <p:nvPr/>
        </p:nvSpPr>
        <p:spPr>
          <a:xfrm>
            <a:off x="843435" y="4933805"/>
            <a:ext cx="2875823" cy="1319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/>
              <a:t>メイン</a:t>
            </a:r>
            <a:r>
              <a:rPr kumimoji="1" lang="en-US" altLang="ja-JP" dirty="0"/>
              <a:t>LLM</a:t>
            </a:r>
          </a:p>
          <a:p>
            <a:r>
              <a:rPr kumimoji="1" lang="en-US" altLang="ja-JP" dirty="0"/>
              <a:t>(Gemini-2.0-Flash-lite)</a:t>
            </a:r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FFCAD2A-5ACD-A9F0-13D9-80B61154B042}"/>
              </a:ext>
            </a:extLst>
          </p:cNvPr>
          <p:cNvSpPr/>
          <p:nvPr/>
        </p:nvSpPr>
        <p:spPr>
          <a:xfrm>
            <a:off x="4577817" y="5094348"/>
            <a:ext cx="2875823" cy="1319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err="1"/>
              <a:t>LangSmith</a:t>
            </a:r>
            <a:endParaRPr kumimoji="1" lang="en-US" altLang="ja-JP" dirty="0"/>
          </a:p>
          <a:p>
            <a:r>
              <a:rPr lang="en-US" altLang="ja-JP" dirty="0"/>
              <a:t>(</a:t>
            </a:r>
            <a:r>
              <a:rPr lang="ja-JP" altLang="en-US" dirty="0"/>
              <a:t>各プロンプトの追跡及び</a:t>
            </a:r>
            <a:r>
              <a:rPr lang="en-US" altLang="ja-JP" dirty="0"/>
              <a:t>RAG</a:t>
            </a:r>
            <a:r>
              <a:rPr lang="ja-JP" altLang="en-US" dirty="0"/>
              <a:t>等の性能評価用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64685E1-2D94-1F20-8F9E-A2E250EF6E29}"/>
              </a:ext>
            </a:extLst>
          </p:cNvPr>
          <p:cNvSpPr/>
          <p:nvPr/>
        </p:nvSpPr>
        <p:spPr>
          <a:xfrm>
            <a:off x="769005" y="1562973"/>
            <a:ext cx="2875823" cy="1319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/>
              <a:t>RAG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ED851DE-50E8-002B-419B-FD9B48238327}"/>
              </a:ext>
            </a:extLst>
          </p:cNvPr>
          <p:cNvSpPr/>
          <p:nvPr/>
        </p:nvSpPr>
        <p:spPr>
          <a:xfrm>
            <a:off x="4577815" y="2579166"/>
            <a:ext cx="2875823" cy="1319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/>
              <a:t>メイン</a:t>
            </a:r>
            <a:r>
              <a:rPr kumimoji="1" lang="en-US" altLang="ja-JP" dirty="0"/>
              <a:t>LLM</a:t>
            </a:r>
          </a:p>
          <a:p>
            <a:r>
              <a:rPr kumimoji="1" lang="en-US" altLang="ja-JP" dirty="0"/>
              <a:t>(Gemini-2.0-Flash-lite)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84F6900-7E5B-F985-7B36-98F1AAC6B761}"/>
              </a:ext>
            </a:extLst>
          </p:cNvPr>
          <p:cNvSpPr/>
          <p:nvPr/>
        </p:nvSpPr>
        <p:spPr>
          <a:xfrm>
            <a:off x="421136" y="148909"/>
            <a:ext cx="2356965" cy="6817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/>
              <a:t>アプリケーションの動作フロー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6224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創太 瀬川</dc:creator>
  <cp:lastModifiedBy>創太 瀬川</cp:lastModifiedBy>
  <cp:revision>2</cp:revision>
  <dcterms:created xsi:type="dcterms:W3CDTF">2025-11-14T03:24:11Z</dcterms:created>
  <dcterms:modified xsi:type="dcterms:W3CDTF">2025-11-14T03:32:20Z</dcterms:modified>
</cp:coreProperties>
</file>